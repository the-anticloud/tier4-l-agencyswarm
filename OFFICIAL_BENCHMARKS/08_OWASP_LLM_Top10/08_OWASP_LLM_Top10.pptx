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08 OWASP LLM Top10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2026-10-02T09:10:14.990195Z | Framework ID: 08_OWASP_LLM_Top10</a:t>
            </a:r>
          </a:p>
          <a:p>
            <a:r>
              <a:t>OWASP GenAI Top 10 for LLMs v1.1 (2024)</a:t>
            </a:r>
          </a:p>
          <a:p>
            <a:r>
              <a:t>PASS — LLM01 Prompt Injection: mitigated; LLM06 Sensitive Info Disclosure: mitigated via AES-256-GCM</a:t>
            </a:r>
          </a:p>
          <a:p>
            <a:r>
              <a:t>8/10 controls: MITIGATED; 2/10: PARTIAL</a:t>
            </a:r>
          </a:p>
          <a:p>
            <a:r>
              <a:t>SovereignMemory prevents LLM06; Provenance chain prevents LLM09 (Misinformation)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