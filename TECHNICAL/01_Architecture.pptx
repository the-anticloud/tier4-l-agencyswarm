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L_AGENCYSWARM</a:t>
            </a:r>
          </a:p>
          <a:p>
            <a:r>
              <a:t>Tier: TIER_4_INFERENCE_AGENTS</a:t>
            </a:r>
          </a:p>
          <a:p>
            <a:r>
              <a:t>Identity: Upstream crewAIInc/crewAI @ a0d16dde6ecf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crewAIInc/crewAI |</a:t>
            </a:r>
          </a:p>
          <a:p>
            <a:r>
              <a:t>| Commit | a0d16dde6ecf205211f639d613eceef0cc42ae20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399.03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L_AGENCYSWARM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